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68680"/>
            <a:ext cx="1069848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01168" cy="5120640"/>
          </a:xfrm>
          <a:prstGeom prst="rect">
            <a:avLst/>
          </a:prstGeom>
          <a:solidFill>
            <a:srgbClr val="2C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417320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439173"/>
                </a:solidFill>
                <a:latin typeface="Aptos"/>
              </a:rPr>
              <a:t>HACKATHON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60120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800" b="1" i="0">
                <a:solidFill>
                  <a:srgbClr val="2C5C9B"/>
                </a:solidFill>
                <a:latin typeface="Aptos"/>
              </a:rPr>
              <a:t>MINI BANKING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788920"/>
            <a:ext cx="88696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200" b="0" i="0">
                <a:solidFill>
                  <a:srgbClr val="26303F"/>
                </a:solidFill>
                <a:latin typeface="Aptos"/>
              </a:rPr>
              <a:t>A simple application for basic banking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657600"/>
            <a:ext cx="96012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 i="0">
                <a:solidFill>
                  <a:srgbClr val="5B6573"/>
                </a:solidFill>
                <a:latin typeface="Aptos"/>
              </a:rPr>
              <a:t>Features: Account • Deposit • Withdraw • Transfer •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166360"/>
            <a:ext cx="640080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5B6573"/>
                </a:solidFill>
                <a:latin typeface="Aptos"/>
              </a:rPr>
              <a:t>Presented by: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2C5C9B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60120"/>
            <a:ext cx="658368" cy="50292"/>
          </a:xfrm>
          <a:prstGeom prst="rect">
            <a:avLst/>
          </a:prstGeom>
          <a:solidFill>
            <a:srgbClr val="DA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Why did we choose this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41148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573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51560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200" b="1" i="0">
                <a:solidFill>
                  <a:srgbClr val="26303F"/>
                </a:solidFill>
                <a:latin typeface="Aptos"/>
              </a:rPr>
              <a:t>People need a simple way to manage basic banking actions and check their transaction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49834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99232"/>
            <a:ext cx="18288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900" b="1" i="0">
                <a:solidFill>
                  <a:srgbClr val="2C5C9B"/>
                </a:solidFill>
                <a:latin typeface="Aptos"/>
              </a:rPr>
              <a:t>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286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 i="0">
                <a:solidFill>
                  <a:srgbClr val="2C5C9B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420624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Keeping track of account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13048"/>
            <a:ext cx="2286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 i="0">
                <a:solidFill>
                  <a:srgbClr val="2C5C9B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13048"/>
            <a:ext cx="420624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Recording deposits and withdrawals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97096"/>
            <a:ext cx="2286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 i="0">
                <a:solidFill>
                  <a:srgbClr val="2C5C9B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97096"/>
            <a:ext cx="420624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Checking transfer and transaction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88920"/>
            <a:ext cx="4983480" cy="1920240"/>
          </a:xfrm>
          <a:prstGeom prst="roundRect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99232"/>
            <a:ext cx="18288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900" b="1" i="0">
                <a:solidFill>
                  <a:srgbClr val="2C5C9B"/>
                </a:solidFill>
                <a:latin typeface="Aptos"/>
              </a:rPr>
              <a:t>Our 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29000"/>
            <a:ext cx="2286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 i="0">
                <a:solidFill>
                  <a:srgbClr val="2C5C9B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3429000"/>
            <a:ext cx="420624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Bring important actions into one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13048"/>
            <a:ext cx="2286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 i="0">
                <a:solidFill>
                  <a:srgbClr val="2C5C9B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813048"/>
            <a:ext cx="420624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Make account activity easy to 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97096"/>
            <a:ext cx="2286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 i="0">
                <a:solidFill>
                  <a:srgbClr val="2C5C9B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4197096"/>
            <a:ext cx="420624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Keep records stored in a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57800"/>
            <a:ext cx="103327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1">
                <a:solidFill>
                  <a:srgbClr val="5B6573"/>
                </a:solidFill>
                <a:latin typeface="Aptos"/>
              </a:rPr>
              <a:t>The project is an educational prototype, not a real banking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2C5C9B"/>
                </a:solidFill>
                <a:latin typeface="Aptos"/>
              </a:rPr>
              <a:t>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60120"/>
            <a:ext cx="658368" cy="50292"/>
          </a:xfrm>
          <a:prstGeom prst="rect">
            <a:avLst/>
          </a:prstGeom>
          <a:solidFill>
            <a:srgbClr val="DA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What can a user do in our application?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41148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573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241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64792"/>
            <a:ext cx="3017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1" i="0">
                <a:solidFill>
                  <a:srgbClr val="2C5C9B"/>
                </a:solidFill>
                <a:latin typeface="Aptos"/>
              </a:rPr>
              <a:t>1. Account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64792"/>
            <a:ext cx="66294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Create an account and view account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14600"/>
            <a:ext cx="10241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87752"/>
            <a:ext cx="3017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1" i="0">
                <a:solidFill>
                  <a:srgbClr val="2C5C9B"/>
                </a:solidFill>
                <a:latin typeface="Aptos"/>
              </a:rPr>
              <a:t>2. PIN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587752"/>
            <a:ext cx="66294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Verify the PIN before account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37560"/>
            <a:ext cx="10241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10712"/>
            <a:ext cx="3017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1" i="0">
                <a:solidFill>
                  <a:srgbClr val="2C5C9B"/>
                </a:solidFill>
                <a:latin typeface="Aptos"/>
              </a:rPr>
              <a:t>3. Deposit and withdrawal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410712"/>
            <a:ext cx="66294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Add or take out money with amount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60520"/>
            <a:ext cx="10241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33672"/>
            <a:ext cx="3017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1" i="0">
                <a:solidFill>
                  <a:srgbClr val="2C5C9B"/>
                </a:solidFill>
                <a:latin typeface="Aptos"/>
              </a:rPr>
              <a:t>4. Money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233672"/>
            <a:ext cx="66294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Transfer money using another account number.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83480"/>
            <a:ext cx="10241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056632"/>
            <a:ext cx="3017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1" i="0">
                <a:solidFill>
                  <a:srgbClr val="2C5C9B"/>
                </a:solidFill>
                <a:latin typeface="Aptos"/>
              </a:rPr>
              <a:t>5. Transaction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056632"/>
            <a:ext cx="66294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View recent account activity.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989320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439173"/>
                </a:solidFill>
                <a:latin typeface="Aptos"/>
              </a:rPr>
              <a:t>These features are connected to the backend and MySQL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2C5C9B"/>
                </a:solidFill>
                <a:latin typeface="Aptos"/>
              </a:rPr>
              <a:t>Tools and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60120"/>
            <a:ext cx="658368" cy="50292"/>
          </a:xfrm>
          <a:prstGeom prst="rect">
            <a:avLst/>
          </a:prstGeom>
          <a:solidFill>
            <a:srgbClr val="DA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We used these tools to build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41148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573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5074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39" y="1810512"/>
            <a:ext cx="109728" cy="566928"/>
          </a:xfrm>
          <a:prstGeom prst="rect">
            <a:avLst/>
          </a:prstGeom>
          <a:solidFill>
            <a:srgbClr val="2C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1755648"/>
            <a:ext cx="44805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 i="0">
                <a:solidFill>
                  <a:srgbClr val="2C5C9B"/>
                </a:solidFill>
                <a:latin typeface="Aptos"/>
              </a:rPr>
              <a:t>HTML, CSS,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121408"/>
            <a:ext cx="44805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Frontend pages and user interactions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45920"/>
            <a:ext cx="5074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810512"/>
            <a:ext cx="109728" cy="566928"/>
          </a:xfrm>
          <a:prstGeom prst="rect">
            <a:avLst/>
          </a:prstGeom>
          <a:solidFill>
            <a:srgbClr val="43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755648"/>
            <a:ext cx="44805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 i="0">
                <a:solidFill>
                  <a:srgbClr val="2C5C9B"/>
                </a:solidFill>
                <a:latin typeface="Aptos"/>
              </a:rPr>
              <a:t>Node.js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121408"/>
            <a:ext cx="44805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Runs JavaScript on the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880360"/>
            <a:ext cx="5074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39" y="3044952"/>
            <a:ext cx="109728" cy="566928"/>
          </a:xfrm>
          <a:prstGeom prst="rect">
            <a:avLst/>
          </a:prstGeom>
          <a:solidFill>
            <a:srgbClr val="DA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990088"/>
            <a:ext cx="44805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 i="0">
                <a:solidFill>
                  <a:srgbClr val="2C5C9B"/>
                </a:solidFill>
                <a:latin typeface="Aptos"/>
              </a:rPr>
              <a:t>Express.js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355848"/>
            <a:ext cx="44805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Creates API routes and handles requests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880360"/>
            <a:ext cx="5074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044952"/>
            <a:ext cx="109728" cy="566928"/>
          </a:xfrm>
          <a:prstGeom prst="rect">
            <a:avLst/>
          </a:prstGeom>
          <a:solidFill>
            <a:srgbClr val="2C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2990088"/>
            <a:ext cx="44805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 i="0">
                <a:solidFill>
                  <a:srgbClr val="2C5C9B"/>
                </a:solidFill>
                <a:latin typeface="Aptos"/>
              </a:rPr>
              <a:t>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355848"/>
            <a:ext cx="44805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Stores account and transaction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114800"/>
            <a:ext cx="5074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39" y="4279392"/>
            <a:ext cx="109728" cy="566928"/>
          </a:xfrm>
          <a:prstGeom prst="rect">
            <a:avLst/>
          </a:prstGeom>
          <a:solidFill>
            <a:srgbClr val="43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2728" y="4224528"/>
            <a:ext cx="44805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 i="0">
                <a:solidFill>
                  <a:srgbClr val="2C5C9B"/>
                </a:solidFill>
                <a:latin typeface="Aptos"/>
              </a:rPr>
              <a:t>bcrypt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4590288"/>
            <a:ext cx="44805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Hashes PINs instead of storing plain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94960"/>
            <a:ext cx="429768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ptos"/>
              </a:rPr>
              <a:t>Database connector: mysql2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2C5C9B"/>
                </a:solidFill>
                <a:latin typeface="Aptos"/>
              </a:rPr>
              <a:t>How the Application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60120"/>
            <a:ext cx="658368" cy="50292"/>
          </a:xfrm>
          <a:prstGeom prst="rect">
            <a:avLst/>
          </a:prstGeom>
          <a:solidFill>
            <a:srgbClr val="DA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Simple flow from the user to the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41148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573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2768" y="1554480"/>
            <a:ext cx="685800" cy="685800"/>
          </a:xfrm>
          <a:prstGeom prst="ellipse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1719072"/>
            <a:ext cx="68580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2C5C9B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1874519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2C5C9B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26080"/>
            <a:ext cx="1828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ptos"/>
              </a:rPr>
              <a:t>Chooses an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2743200"/>
            <a:ext cx="438912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400" b="1" i="0">
                <a:solidFill>
                  <a:srgbClr val="DA8F3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05740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53128" y="1554480"/>
            <a:ext cx="685800" cy="685800"/>
          </a:xfrm>
          <a:prstGeom prst="ellipse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719072"/>
            <a:ext cx="68580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2C5C9B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423160"/>
            <a:ext cx="1874519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2C5C9B"/>
                </a:solidFill>
                <a:latin typeface="Aptos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2926080"/>
            <a:ext cx="1828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ptos"/>
              </a:rPr>
              <a:t>Sends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743200"/>
            <a:ext cx="438912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400" b="1" i="0">
                <a:solidFill>
                  <a:srgbClr val="DA8F36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05740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33488" y="1554480"/>
            <a:ext cx="685800" cy="685800"/>
          </a:xfrm>
          <a:prstGeom prst="ellipse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1719072"/>
            <a:ext cx="68580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2C5C9B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423160"/>
            <a:ext cx="1874519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2C5C9B"/>
                </a:solidFill>
                <a:latin typeface="Aptos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2926080"/>
            <a:ext cx="1828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ptos"/>
              </a:rPr>
              <a:t>Checks and processes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743200"/>
            <a:ext cx="438912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400" b="1" i="0">
                <a:solidFill>
                  <a:srgbClr val="DA8F36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205740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13848" y="1554480"/>
            <a:ext cx="685800" cy="685800"/>
          </a:xfrm>
          <a:prstGeom prst="ellipse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13848" y="1719072"/>
            <a:ext cx="68580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2C5C9B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2423160"/>
            <a:ext cx="1874519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2C5C9B"/>
                </a:solidFill>
                <a:latin typeface="Aptos"/>
              </a:rPr>
              <a:t>MySQL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2926080"/>
            <a:ext cx="1828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 i="0">
                <a:solidFill>
                  <a:srgbClr val="5B6573"/>
                </a:solidFill>
                <a:latin typeface="Aptos"/>
              </a:rPr>
              <a:t>Stores or retrieves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4709160"/>
            <a:ext cx="9875520" cy="685800"/>
          </a:xfrm>
          <a:prstGeom prst="roundRect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892040"/>
            <a:ext cx="941832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26303F"/>
                </a:solidFill>
                <a:latin typeface="Aptos"/>
              </a:rPr>
              <a:t>The backend sends a response to the frontend to show the result to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2C5C9B"/>
                </a:solidFill>
                <a:latin typeface="Aptos"/>
              </a:rPr>
              <a:t>Basic Safety and Data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60120"/>
            <a:ext cx="658368" cy="50292"/>
          </a:xfrm>
          <a:prstGeom prst="rect">
            <a:avLst/>
          </a:prstGeom>
          <a:solidFill>
            <a:srgbClr val="DA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A few checks help make the demo more reliable.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41148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573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9377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38528"/>
            <a:ext cx="22860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2C5C9B"/>
                </a:solidFill>
                <a:latin typeface="Aptos"/>
              </a:rPr>
              <a:t>Input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59152"/>
            <a:ext cx="4297680" cy="47548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Checks that transaction amounts are valid and positive.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49377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38528"/>
            <a:ext cx="22860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2C5C9B"/>
                </a:solidFill>
                <a:latin typeface="Aptos"/>
              </a:rPr>
              <a:t>PIN hashing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59152"/>
            <a:ext cx="4297680" cy="47548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bcrypt is used so the PIN is not stored as plain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20440"/>
            <a:ext cx="49377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675887"/>
            <a:ext cx="347472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2C5C9B"/>
                </a:solidFill>
                <a:latin typeface="Aptos"/>
              </a:rPr>
              <a:t>Database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96512"/>
            <a:ext cx="4297680" cy="47548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Transfer operations use commit or rollback to keep updates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520440"/>
            <a:ext cx="49377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675887"/>
            <a:ext cx="301752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2C5C9B"/>
                </a:solidFill>
                <a:latin typeface="Aptos"/>
              </a:rPr>
              <a:t>Transaction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96512"/>
            <a:ext cx="4297680" cy="47548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 i="0">
                <a:solidFill>
                  <a:srgbClr val="26303F"/>
                </a:solidFill>
                <a:latin typeface="Aptos"/>
              </a:rPr>
              <a:t>Account activity can be checked from the statement feature.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400" b="1" i="1">
                <a:solidFill>
                  <a:srgbClr val="DA8F36"/>
                </a:solidFill>
                <a:latin typeface="Aptos"/>
              </a:rPr>
              <a:t>Note: this is a student prototype for demonstration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2C5C9B"/>
                </a:solidFill>
                <a:latin typeface="Aptos"/>
              </a:rPr>
              <a:t>Live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60120"/>
            <a:ext cx="658368" cy="50292"/>
          </a:xfrm>
          <a:prstGeom prst="rect">
            <a:avLst/>
          </a:prstGeom>
          <a:solidFill>
            <a:srgbClr val="DA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5B6573"/>
                </a:solidFill>
                <a:latin typeface="Aptos"/>
              </a:rPr>
              <a:t>We will show the main features in this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41148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573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149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1783080"/>
            <a:ext cx="365760" cy="365760"/>
          </a:xfrm>
          <a:prstGeom prst="ellipse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810512"/>
            <a:ext cx="3657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2C5C9B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73936"/>
            <a:ext cx="89611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26303F"/>
                </a:solidFill>
                <a:latin typeface="Aptos"/>
              </a:rPr>
              <a:t>Login with a demo 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41448"/>
            <a:ext cx="10149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532888"/>
            <a:ext cx="365760" cy="365760"/>
          </a:xfrm>
          <a:prstGeom prst="ellipse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60320"/>
            <a:ext cx="3657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2C5C9B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523744"/>
            <a:ext cx="89611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26303F"/>
                </a:solidFill>
                <a:latin typeface="Aptos"/>
              </a:rPr>
              <a:t>Check the account balance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91256"/>
            <a:ext cx="10149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282696"/>
            <a:ext cx="365760" cy="365760"/>
          </a:xfrm>
          <a:prstGeom prst="ellipse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310128"/>
            <a:ext cx="3657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2C5C9B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273552"/>
            <a:ext cx="89611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26303F"/>
                </a:solidFill>
                <a:latin typeface="Aptos"/>
              </a:rPr>
              <a:t>Make a small deposit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41064"/>
            <a:ext cx="10149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" y="4032504"/>
            <a:ext cx="365760" cy="365760"/>
          </a:xfrm>
          <a:prstGeom prst="ellipse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059936"/>
            <a:ext cx="3657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2C5C9B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023360"/>
            <a:ext cx="89611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26303F"/>
                </a:solidFill>
                <a:latin typeface="Aptos"/>
              </a:rPr>
              <a:t>Transfer a small amount to another demo account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690872"/>
            <a:ext cx="10149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4782312"/>
            <a:ext cx="365760" cy="365760"/>
          </a:xfrm>
          <a:prstGeom prst="ellipse">
            <a:avLst/>
          </a:prstGeom>
          <a:solidFill>
            <a:srgbClr val="E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809744"/>
            <a:ext cx="3657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2C5C9B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773168"/>
            <a:ext cx="89611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26303F"/>
                </a:solidFill>
                <a:latin typeface="Aptos"/>
              </a:rPr>
              <a:t>Open the transaction statement and verify the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06440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DA8F36"/>
                </a:solidFill>
                <a:latin typeface="Aptos"/>
              </a:rPr>
              <a:t>Use test accounts and small test amounts during the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327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1600200"/>
            <a:ext cx="932688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3800" b="1" i="0">
                <a:solidFill>
                  <a:srgbClr val="2C5C9B"/>
                </a:solidFill>
                <a:latin typeface="Aptos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743200"/>
            <a:ext cx="923544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400" b="1" i="0">
                <a:solidFill>
                  <a:srgbClr val="26303F"/>
                </a:solidFill>
                <a:latin typeface="Aptos"/>
              </a:rPr>
              <a:t>Mini Banking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429000"/>
            <a:ext cx="923544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700" b="0" i="0">
                <a:solidFill>
                  <a:srgbClr val="5B6573"/>
                </a:solidFill>
                <a:latin typeface="Aptos"/>
              </a:rPr>
              <a:t>A student project built using Node.js, Express.js and MySQL.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4251960"/>
            <a:ext cx="1280160" cy="54864"/>
          </a:xfrm>
          <a:prstGeom prst="rect">
            <a:avLst/>
          </a:prstGeom>
          <a:solidFill>
            <a:srgbClr val="DA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572000"/>
            <a:ext cx="92354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439173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Banking App - Student Hackathon Presentation</dc:title>
  <dc:subject>8-slide student project presentation</dc:subject>
  <dc:creator>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